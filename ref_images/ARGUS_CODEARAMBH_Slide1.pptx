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057400"/>
            <a:ext cx="854964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 b="1">
                <a:solidFill>
                  <a:srgbClr val="FFB014"/>
                </a:solidFill>
                <a:latin typeface="Arial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788920"/>
            <a:ext cx="832104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An Offline AI Surveillance &amp; Offline Mesh Network
for Emergency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3657600"/>
            <a:ext cx="7955279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E6DAFF"/>
                </a:solidFill>
                <a:latin typeface="Arial"/>
              </a:rPr>
              <a:t>Detect • Verify • Locate • Alert
Even when the internet is 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526280"/>
            <a:ext cx="6720840" cy="1024128"/>
          </a:xfrm>
          <a:prstGeom prst="roundRect">
            <a:avLst/>
          </a:prstGeom>
          <a:solidFill>
            <a:srgbClr val="14082A"/>
          </a:solidFill>
          <a:ln>
            <a:solidFill>
              <a:srgbClr val="FF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645152"/>
            <a:ext cx="63550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BE2D"/>
                </a:solidFill>
                <a:latin typeface="Arial"/>
              </a:rPr>
              <a:t>TEAM:  Satyam Shrivastav  •  Tusharkumar Singh  •  Ishan Gite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010912"/>
            <a:ext cx="63550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Vishwakarma Institute of Technology, Pune  |  Domain: AI / Emergency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5650992"/>
            <a:ext cx="64465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D2C4EB"/>
                </a:solidFill>
                <a:latin typeface="Arial"/>
              </a:rPr>
              <a:t>Email IDs: Add registered team email 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